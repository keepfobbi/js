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80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5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704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99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28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50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15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47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66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4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606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6924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017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99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722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482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87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5618F50-73E1-44AC-B52A-D86ACBE8DFE5}" type="datetimeFigureOut">
              <a:rPr lang="ru-RU" smtClean="0"/>
              <a:t>09.06.2020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22EEE63-613F-4A12-ABF6-73C2B466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108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smtClean="0"/>
              <a:t>ІНТЕРНЕТ-МАГАЗИН «</a:t>
            </a:r>
            <a:r>
              <a:rPr lang="en-US" dirty="0" err="1" smtClean="0"/>
              <a:t>Bukinist</a:t>
            </a:r>
            <a:r>
              <a:rPr lang="uk-UA" dirty="0" smtClean="0"/>
              <a:t>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 smtClean="0"/>
              <a:t>Виконав студент групи ПІ-60 </a:t>
            </a:r>
            <a:r>
              <a:rPr lang="uk-UA" dirty="0" err="1" smtClean="0"/>
              <a:t>Дубнюк</a:t>
            </a:r>
            <a:r>
              <a:rPr lang="uk-UA" dirty="0" smtClean="0"/>
              <a:t> А.Р.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658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Темою </a:t>
            </a:r>
            <a:r>
              <a:rPr lang="ru-RU" dirty="0" err="1">
                <a:effectLst/>
              </a:rPr>
              <a:t>даного</a:t>
            </a:r>
            <a:r>
              <a:rPr lang="ru-RU" dirty="0">
                <a:effectLst/>
              </a:rPr>
              <a:t> курсового проекту є </a:t>
            </a:r>
            <a:r>
              <a:rPr lang="uk-UA" dirty="0">
                <a:effectLst/>
              </a:rPr>
              <a:t>веб-додаток</a:t>
            </a:r>
            <a:r>
              <a:rPr lang="ru-RU" dirty="0">
                <a:effectLst/>
              </a:rPr>
              <a:t> «</a:t>
            </a:r>
            <a:r>
              <a:rPr lang="uk-UA" dirty="0">
                <a:effectLst/>
              </a:rPr>
              <a:t>Інтернет-магазин книг</a:t>
            </a:r>
            <a:r>
              <a:rPr lang="ru-RU" dirty="0">
                <a:effectLst/>
              </a:rPr>
              <a:t>».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0584" y="2534194"/>
            <a:ext cx="7089382" cy="1863635"/>
          </a:xfrm>
        </p:spPr>
        <p:txBody>
          <a:bodyPr/>
          <a:lstStyle/>
          <a:p>
            <a:pPr marL="36900" indent="0">
              <a:buNone/>
            </a:pPr>
            <a:r>
              <a:rPr lang="ru-RU" dirty="0" err="1">
                <a:effectLst/>
              </a:rPr>
              <a:t>Розробка</a:t>
            </a:r>
            <a:r>
              <a:rPr lang="ru-RU" dirty="0">
                <a:effectLst/>
              </a:rPr>
              <a:t> </a:t>
            </a:r>
            <a:r>
              <a:rPr lang="uk-UA" dirty="0">
                <a:effectLst/>
              </a:rPr>
              <a:t>веб-додатку</a:t>
            </a:r>
            <a:r>
              <a:rPr lang="ru-RU" dirty="0">
                <a:effectLst/>
              </a:rPr>
              <a:t> «</a:t>
            </a:r>
            <a:r>
              <a:rPr lang="uk-UA" dirty="0">
                <a:effectLst/>
              </a:rPr>
              <a:t>Інтернет-магазин книг</a:t>
            </a:r>
            <a:r>
              <a:rPr lang="ru-RU" dirty="0">
                <a:effectLst/>
              </a:rPr>
              <a:t>» є </a:t>
            </a:r>
            <a:r>
              <a:rPr lang="ru-RU" dirty="0" err="1">
                <a:effectLst/>
              </a:rPr>
              <a:t>актуальним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завданням</a:t>
            </a:r>
            <a:r>
              <a:rPr lang="ru-RU" dirty="0">
                <a:effectLst/>
              </a:rPr>
              <a:t>, </a:t>
            </a:r>
            <a:r>
              <a:rPr lang="ru-RU" dirty="0" err="1">
                <a:effectLst/>
              </a:rPr>
              <a:t>оск</a:t>
            </a:r>
            <a:r>
              <a:rPr lang="uk-UA" dirty="0" err="1">
                <a:effectLst/>
              </a:rPr>
              <a:t>ільки</a:t>
            </a:r>
            <a:r>
              <a:rPr lang="uk-UA" dirty="0">
                <a:effectLst/>
              </a:rPr>
              <a:t> веб-додаток</a:t>
            </a:r>
            <a:r>
              <a:rPr lang="uk-UA" dirty="0" smtClean="0">
                <a:effectLst/>
              </a:rPr>
              <a:t> </a:t>
            </a:r>
            <a:r>
              <a:rPr lang="uk-UA" dirty="0">
                <a:effectLst/>
              </a:rPr>
              <a:t>на тематику онлайн продажів зараз користуються дуже великою популярністю як серед звичайних користувачів, так і підприємців.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913" y="1775582"/>
            <a:ext cx="2346546" cy="47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9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8664" y="1297577"/>
            <a:ext cx="5025450" cy="215972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dirty="0" err="1">
                <a:effectLst/>
              </a:rPr>
              <a:t>Програму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було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вирішено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робити</a:t>
            </a:r>
            <a:r>
              <a:rPr lang="ru-RU" dirty="0">
                <a:effectLst/>
              </a:rPr>
              <a:t> за </a:t>
            </a:r>
            <a:r>
              <a:rPr lang="ru-RU" dirty="0" err="1">
                <a:effectLst/>
              </a:rPr>
              <a:t>допомогою</a:t>
            </a:r>
            <a:r>
              <a:rPr lang="ru-RU" dirty="0">
                <a:effectLst/>
              </a:rPr>
              <a:t> </a:t>
            </a:r>
            <a:r>
              <a:rPr lang="en-US" dirty="0" err="1">
                <a:effectLst/>
              </a:rPr>
              <a:t>PHPStorm</a:t>
            </a:r>
            <a:r>
              <a:rPr lang="en-US" dirty="0">
                <a:effectLst/>
              </a:rPr>
              <a:t> </a:t>
            </a:r>
            <a:r>
              <a:rPr lang="ru-RU" dirty="0">
                <a:effectLst/>
              </a:rPr>
              <a:t>та </a:t>
            </a:r>
            <a:r>
              <a:rPr lang="en-US" dirty="0">
                <a:effectLst/>
              </a:rPr>
              <a:t>Open Server Panel.  </a:t>
            </a:r>
            <a:r>
              <a:rPr lang="ru-RU" dirty="0">
                <a:effectLst/>
              </a:rPr>
              <a:t>В </a:t>
            </a:r>
            <a:r>
              <a:rPr lang="en-US" dirty="0">
                <a:effectLst/>
              </a:rPr>
              <a:t>Open Server</a:t>
            </a:r>
            <a:r>
              <a:rPr lang="ru-RU" dirty="0">
                <a:effectLst/>
              </a:rPr>
              <a:t> буде створено домен </a:t>
            </a:r>
            <a:r>
              <a:rPr lang="ru-RU" dirty="0" err="1">
                <a:effectLst/>
              </a:rPr>
              <a:t>майбутнього</a:t>
            </a:r>
            <a:r>
              <a:rPr lang="ru-RU" dirty="0">
                <a:effectLst/>
              </a:rPr>
              <a:t> сайту, а в </a:t>
            </a:r>
            <a:r>
              <a:rPr lang="en-US" dirty="0" err="1">
                <a:effectLst/>
              </a:rPr>
              <a:t>PHPStorm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писатиметься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програмне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забезпечення</a:t>
            </a:r>
            <a:r>
              <a:rPr lang="ru-RU" dirty="0">
                <a:effectLst/>
              </a:rPr>
              <a:t> веб-</a:t>
            </a:r>
            <a:r>
              <a:rPr lang="ru-RU" dirty="0" err="1">
                <a:effectLst/>
              </a:rPr>
              <a:t>додатку</a:t>
            </a:r>
            <a:r>
              <a:rPr lang="ru-RU" dirty="0">
                <a:effectLst/>
              </a:rPr>
              <a:t>.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64" y="3689251"/>
            <a:ext cx="1440305" cy="1432684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6" t="7446" r="5978" b="5325"/>
          <a:stretch/>
        </p:blipFill>
        <p:spPr>
          <a:xfrm>
            <a:off x="3716107" y="3689251"/>
            <a:ext cx="1465494" cy="1432684"/>
          </a:xfrm>
          <a:prstGeom prst="rect">
            <a:avLst/>
          </a:prstGeom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6578721" y="1297577"/>
            <a:ext cx="5025450" cy="382435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uk-UA" dirty="0">
                <a:effectLst/>
              </a:rPr>
              <a:t>В проекті </a:t>
            </a:r>
            <a:r>
              <a:rPr lang="uk-UA" dirty="0" smtClean="0">
                <a:effectLst/>
              </a:rPr>
              <a:t>були </a:t>
            </a:r>
            <a:r>
              <a:rPr lang="uk-UA" dirty="0">
                <a:effectLst/>
              </a:rPr>
              <a:t>використані технології</a:t>
            </a:r>
            <a:r>
              <a:rPr lang="uk-UA" dirty="0" smtClean="0">
                <a:effectLst/>
              </a:rPr>
              <a:t>:</a:t>
            </a:r>
          </a:p>
          <a:p>
            <a:pPr marL="36900" indent="0">
              <a:buNone/>
            </a:pPr>
            <a:endParaRPr lang="ru-RU" dirty="0">
              <a:effectLst/>
            </a:endParaRPr>
          </a:p>
          <a:p>
            <a:pPr lvl="0"/>
            <a:r>
              <a:rPr lang="uk-UA" dirty="0">
                <a:effectLst/>
              </a:rPr>
              <a:t>HTML5.</a:t>
            </a:r>
            <a:endParaRPr lang="ru-RU" dirty="0">
              <a:effectLst/>
            </a:endParaRPr>
          </a:p>
          <a:p>
            <a:pPr lvl="0"/>
            <a:r>
              <a:rPr lang="uk-UA" dirty="0">
                <a:effectLst/>
              </a:rPr>
              <a:t>CSS3.</a:t>
            </a:r>
            <a:endParaRPr lang="ru-RU" dirty="0">
              <a:effectLst/>
            </a:endParaRPr>
          </a:p>
          <a:p>
            <a:pPr lvl="0"/>
            <a:r>
              <a:rPr lang="uk-UA" dirty="0" err="1">
                <a:effectLst/>
              </a:rPr>
              <a:t>JavaScript</a:t>
            </a:r>
            <a:r>
              <a:rPr lang="uk-UA" dirty="0">
                <a:effectLst/>
              </a:rPr>
              <a:t>.</a:t>
            </a:r>
            <a:endParaRPr lang="ru-RU" dirty="0">
              <a:effectLst/>
            </a:endParaRPr>
          </a:p>
          <a:p>
            <a:pPr lvl="0"/>
            <a:r>
              <a:rPr lang="uk-UA" dirty="0" err="1">
                <a:effectLst/>
              </a:rPr>
              <a:t>Паттерн</a:t>
            </a:r>
            <a:r>
              <a:rPr lang="uk-UA" dirty="0">
                <a:effectLst/>
              </a:rPr>
              <a:t> MVC.</a:t>
            </a:r>
            <a:endParaRPr lang="ru-RU" dirty="0">
              <a:effectLst/>
            </a:endParaRPr>
          </a:p>
          <a:p>
            <a:pPr lvl="0"/>
            <a:r>
              <a:rPr lang="uk-UA" dirty="0">
                <a:effectLst/>
              </a:rPr>
              <a:t>PHP7.</a:t>
            </a:r>
            <a:endParaRPr lang="ru-RU" dirty="0">
              <a:effectLst/>
            </a:endParaRPr>
          </a:p>
          <a:p>
            <a:pPr lvl="0"/>
            <a:r>
              <a:rPr lang="uk-UA" dirty="0" err="1">
                <a:effectLst/>
              </a:rPr>
              <a:t>MySQL</a:t>
            </a:r>
            <a:r>
              <a:rPr lang="uk-UA" dirty="0" smtClean="0">
                <a:effectLst/>
              </a:rPr>
              <a:t>.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5727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3464" y="539374"/>
            <a:ext cx="10353762" cy="888831"/>
          </a:xfrm>
        </p:spPr>
        <p:txBody>
          <a:bodyPr/>
          <a:lstStyle/>
          <a:p>
            <a:pPr marL="36900" indent="0">
              <a:buNone/>
            </a:pPr>
            <a:r>
              <a:rPr lang="ru-RU" dirty="0">
                <a:effectLst/>
              </a:rPr>
              <a:t>При </a:t>
            </a:r>
            <a:r>
              <a:rPr lang="ru-RU" dirty="0" err="1">
                <a:effectLst/>
              </a:rPr>
              <a:t>відкритті</a:t>
            </a:r>
            <a:r>
              <a:rPr lang="ru-RU" dirty="0">
                <a:effectLst/>
              </a:rPr>
              <a:t> </a:t>
            </a:r>
            <a:r>
              <a:rPr lang="uk-UA" dirty="0">
                <a:effectLst/>
              </a:rPr>
              <a:t>посилання веб-додатку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користувачу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відкриється</a:t>
            </a:r>
            <a:r>
              <a:rPr lang="ru-RU" dirty="0">
                <a:effectLst/>
              </a:rPr>
              <a:t> </a:t>
            </a:r>
            <a:r>
              <a:rPr lang="uk-UA" dirty="0">
                <a:effectLst/>
              </a:rPr>
              <a:t>головна сторінка, яка містить основну інформацію про інтернет-магазин та статичну панель навігації</a:t>
            </a:r>
            <a:r>
              <a:rPr lang="ru-RU" dirty="0">
                <a:effectLst/>
              </a:rPr>
              <a:t>.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722387" y="1428205"/>
            <a:ext cx="6875916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9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3464" y="539374"/>
            <a:ext cx="10353762" cy="888831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uk-UA" dirty="0">
                <a:effectLst/>
              </a:rPr>
              <a:t>На головній сторінці користувач матиме можливість ознайомитись з представленою інформацією та перейти до каталогу, реєстрації або входу в особистий кабінет, з якого він вже матиме можливість замовляти представлені товари.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 rotWithShape="1">
          <a:blip r:embed="rId2"/>
          <a:srcRect t="983"/>
          <a:stretch/>
        </p:blipFill>
        <p:spPr>
          <a:xfrm>
            <a:off x="2661472" y="1428205"/>
            <a:ext cx="6997745" cy="526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1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3464" y="539374"/>
            <a:ext cx="10353762" cy="888831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uk-UA" dirty="0">
                <a:effectLst/>
              </a:rPr>
              <a:t>Тут користувач може перемикати жанри, за якими сортуються товари. На сторінку викладається спочатку три товари, а після натискання кнопки «Завантажити ще», ще три, і так далі, доки товари в даній категорії не </a:t>
            </a:r>
            <a:r>
              <a:rPr lang="uk-UA" dirty="0" err="1">
                <a:effectLst/>
              </a:rPr>
              <a:t>закінчаться</a:t>
            </a:r>
            <a:r>
              <a:rPr lang="uk-UA" dirty="0">
                <a:effectLst/>
              </a:rPr>
              <a:t>.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120509" y="1428205"/>
            <a:ext cx="6079672" cy="542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3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3464" y="539374"/>
            <a:ext cx="10353762" cy="888831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uk-UA" dirty="0">
                <a:effectLst/>
              </a:rPr>
              <a:t>На цій сторінці користувач може залишити відгук, оцінити товар та додати його до корзини будь-яку кількість раз. Кнопка кошику з’являється тільки після додавання якогось товару до неї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728448" y="1209675"/>
            <a:ext cx="470027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4568" y="435429"/>
            <a:ext cx="9440034" cy="1072855"/>
          </a:xfrm>
        </p:spPr>
        <p:txBody>
          <a:bodyPr/>
          <a:lstStyle/>
          <a:p>
            <a:r>
              <a:rPr lang="uk-UA" dirty="0" smtClean="0"/>
              <a:t>ДЯКУЮ ЗА УВАГУ!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6380728"/>
            <a:ext cx="5212987" cy="477272"/>
          </a:xfrm>
        </p:spPr>
        <p:txBody>
          <a:bodyPr/>
          <a:lstStyle/>
          <a:p>
            <a:r>
              <a:rPr lang="uk-UA" dirty="0" smtClean="0"/>
              <a:t>Виконав студент групи ПІ-60 </a:t>
            </a:r>
            <a:r>
              <a:rPr lang="uk-UA" dirty="0" err="1" smtClean="0"/>
              <a:t>Дубнюк</a:t>
            </a:r>
            <a:r>
              <a:rPr lang="uk-UA" dirty="0" smtClean="0"/>
              <a:t> А.Р.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t="6777"/>
          <a:stretch/>
        </p:blipFill>
        <p:spPr>
          <a:xfrm>
            <a:off x="2290355" y="2046514"/>
            <a:ext cx="7548154" cy="358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5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102</TotalTime>
  <Words>233</Words>
  <Application>Microsoft Office PowerPoint</Application>
  <PresentationFormat>Широкоэкранный</PresentationFormat>
  <Paragraphs>19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Calisto MT</vt:lpstr>
      <vt:lpstr>Trebuchet MS</vt:lpstr>
      <vt:lpstr>Wingdings 2</vt:lpstr>
      <vt:lpstr>Сланец</vt:lpstr>
      <vt:lpstr>ІНТЕРНЕТ-МАГАЗИН «Bukinist»</vt:lpstr>
      <vt:lpstr>Темою даного курсового проекту є веб-додаток «Інтернет-магазин книг».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ІНТЕРНЕТ-МАГАЗИН «Bukinist»</dc:title>
  <dc:creator>Fob bi</dc:creator>
  <cp:lastModifiedBy>Fob bi</cp:lastModifiedBy>
  <cp:revision>8</cp:revision>
  <dcterms:created xsi:type="dcterms:W3CDTF">2020-06-09T10:30:56Z</dcterms:created>
  <dcterms:modified xsi:type="dcterms:W3CDTF">2020-06-09T12:14:43Z</dcterms:modified>
</cp:coreProperties>
</file>